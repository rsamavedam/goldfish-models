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5760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657600"/>
            <a:ext cx="3657600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400" kern="0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GOLDFISH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400" kern="0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per-turn context for memory and throughput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 Samavedam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153 · Spring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4108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goldfish with a notebook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4108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regime)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solve hard problems with ~4 items in working memory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Models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4846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Cowan (2001):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± 1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 active working memory at once.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Miller's earlier 7±2 figure was for short-term capacity with chunking and rehearsal.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immediate, untrained recall the number is closer to 4.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188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actual work lives: long-term memory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760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783080"/>
            <a:ext cx="109728" cy="1234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memory is the bottleneck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2240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~4 items active at once. But humans solve enormous problems by retrieving from a vastly larger long-term store — the bulk of cognition is in retrieval, not in holding state.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5760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108960"/>
            <a:ext cx="109728" cy="1234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is precise, not fuzzy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566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surgeon recalls a specific protocol step. A programmer recalls a specific function signature. We retrieve named, structured items — not vibes-similar associations.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434840"/>
            <a:ext cx="5760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4434840"/>
            <a:ext cx="109728" cy="123444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we structure memories as we learn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892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a new domain, we deliberately organize: outlines, indexes, mnemonics, hierarchies. We don't just dump — we curate the store so future retrieval is cheap.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080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= small working set (context window) + precise, structured long-term memory (the filesystem). Not fuzzy embedding search.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Long-context inference is bottlenecked by the KV cache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KV memory: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M_kv  =  2 · L · n_layer · n_head · d_head · 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+ V) · sequence × per-token weight × bytes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 — Llama-3 70B, FP16: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n_layer = 80   n_head_kv = 8   d_head = 128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7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~320 KB per token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 = 32k tokens, batch = 16: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8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GB</a:t>
            </a:r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just for KV cache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implication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303520" cy="4251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grows linearly with both sequence length AND batch size.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7889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context → halving max batch.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 GB H100 holds ~7 concurrent 32k-token requests after weights and activations — not the hundreds you'd need to saturate the FLOPs.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5074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cache is the throttle, not compute.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Eliminating the per-turn cache → batch up by ~15×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80 GB H100, Llama-class 70B, 32k effective context.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quo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context = 32,000 tokens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 / request ≈ 32k × 320 KB  ≈  10.2 GB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VRAM after weights &amp; activations ≈ 70 GB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concurrent requests: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7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 / 80 GB GPU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486400" cy="4206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Goldfish-2048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context = 2,048 tokens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 / request ≈ 2k × 320 KB  ≈  0.66 GB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70 GB of free VRAM available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concurrent requests: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0233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105</a:t>
            </a:r>
            <a:endParaRPr lang="en-US" sz="800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 / 80 GB GPU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pPr algn="ctr" indent="0" marL="0">
              <a:buNone/>
            </a:pPr>
            <a:r>
              <a:rPr lang="en-US" sz="15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~15× throughput</a:t>
            </a:r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long-horizon agentic workloads — for the cost of redesigning the agent harness, not the model.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proposal: amnesia + a notebook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turn, the model sees only the last L tokens of conversation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75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75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window cap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context is truncated to L ∈ {128, 512, 1024, 2048}.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older than L tokens reaches the model. No retrieval. No summarization. Just truncation.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057400"/>
            <a:ext cx="502920" cy="50292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75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74920" y="2075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Filesystem persistence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27889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 a private directory between turns: notes.md, state files, files it grep'd, the repo it's editing.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survive what the context window evicts.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057400"/>
            <a:ext cx="502920" cy="50292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075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0" y="2075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Light-touch protocol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75320" y="27889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tells the model the regime exists — that the window is small, that the filesystem persists, that thinking should go to disk rather than into hidden tokens.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prescribe a state file format.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KV-eviction work answers the wrong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compress the cache by deciding which tokens to drop, based on a model-internal signal: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82880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691640"/>
            <a:ext cx="310896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2395728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keeps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691640"/>
            <a:ext cx="310896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5504688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1691640"/>
            <a:ext cx="320040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13648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implicitly assumes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18288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03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2103120"/>
            <a:ext cx="3108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2103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Heavy-hitter tokens by attention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2103120"/>
            <a:ext cx="3108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4688" y="2103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attention scoring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2103120"/>
            <a:ext cx="3200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2103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magnitude ≈ semantic importance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87168"/>
            <a:ext cx="182880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4871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SnapKV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2487168"/>
            <a:ext cx="310896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2487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centers per attention head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2487168"/>
            <a:ext cx="310896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2487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 clustering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2487168"/>
            <a:ext cx="320040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13648" y="2487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context predicts what matters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871216"/>
            <a:ext cx="18288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8712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2871216"/>
            <a:ext cx="3108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95728" y="28712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by learned saliency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2871216"/>
            <a:ext cx="3108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28712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scorer per layer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2871216"/>
            <a:ext cx="3200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13648" y="28712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transfers across tasks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255264"/>
            <a:ext cx="182880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2552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InfiniPot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0" y="3255264"/>
            <a:ext cx="310896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95728" y="32552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Continual-summary in-place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94960" y="3255264"/>
            <a:ext cx="310896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32552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summary update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03920" y="3255264"/>
            <a:ext cx="320040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32552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captures the residue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639312"/>
            <a:ext cx="18288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Hashevict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0" y="3639312"/>
            <a:ext cx="3108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95728" y="3639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Hash-bucketed approximation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94960" y="3639312"/>
            <a:ext cx="3108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04688" y="3639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computation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503920" y="3639312"/>
            <a:ext cx="3200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13648" y="36393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collisions ≈ semantic similarity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023360"/>
            <a:ext cx="182880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MorphKV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4023360"/>
            <a:ext cx="310896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95728" y="4023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Morphing per-token retention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394960" y="4023360"/>
            <a:ext cx="310896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04688" y="4023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503920" y="4023360"/>
            <a:ext cx="3200400" cy="384048"/>
          </a:xfrm>
          <a:prstGeom prst="rect">
            <a:avLst/>
          </a:prstGeom>
          <a:solidFill>
            <a:srgbClr val="EEF2F7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policy generalizes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4407408"/>
            <a:ext cx="18288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" y="44074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RocketKV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286000" y="4407408"/>
            <a:ext cx="3108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95728" y="44074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token compression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394960" y="4407408"/>
            <a:ext cx="3108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04688" y="44074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scoring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503920" y="4407408"/>
            <a:ext cx="3200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D8DE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13648" y="4407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aligns with usage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7200" y="4974336"/>
            <a:ext cx="1124712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1" name="Text 69"/>
          <p:cNvSpPr/>
          <p:nvPr/>
        </p:nvSpPr>
        <p:spPr>
          <a:xfrm>
            <a:off x="640080" y="508406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use the model's own internal signal to decide what to keep — attention scores, learned scorers, hashes.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skips that question entirely. </a:t>
            </a:r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the model to write what it wants to remember, in shell. The decision is explicit and inspectable.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Setup: gpt-4o on SWE-bench Verified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Models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bugs in real Python repos (django, astropy, sympy)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produces a unified-diff patch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Official Docker scorer runs the held-out test suite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Patch passes iff every FAIL_TO_PASS test now passes and every PASS_TO_PASS test still passes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values swept: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∈ { 512, 1024, 2048, ∞ (native) 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output cap = L. Max turns = 20.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5577840" cy="4846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gpt-4o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Non-reasoning model. Hidden chain-of-thought does NOT compete with visible output for the same token budget.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tried gpt-5 with L = max_out, reasoning tokens consumed the entire per-turn budget. Every turn was 0 visible output, 100% LENGTH-CAP.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is the wrong regime for opaque-reasoner architectures. The honest story.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617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choices that mattered: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9377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Auto-terminate when a valid unified-diff is exported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scorer run_id per call (avoids Docker collisions)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rate climbs monotonically with 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Models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0" cy="411480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5623560"/>
            <a:ext cx="59436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486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5623560"/>
            <a:ext cx="594360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594360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82880" y="1371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5943600" cy="0"/>
          </a:xfrm>
          <a:prstGeom prst="line">
            <a:avLst/>
          </a:prstGeom>
          <a:noFill/>
          <a:ln w="6350">
            <a:solidFill>
              <a:srgbClr val="D8DEE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005840" y="5257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669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L=512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(0/11)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4142232"/>
            <a:ext cx="914400" cy="1481328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37581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5669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L=1024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(2/11)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3566160"/>
            <a:ext cx="914400" cy="205740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182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5669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L=2048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(3/12)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2907792"/>
            <a:ext cx="914400" cy="271576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5237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5669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L=∞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(4/12)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rate · tinystate variant · gpt-4o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1508760"/>
            <a:ext cx="4754880" cy="4572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notice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floor at L=512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2468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cells, zero solves. Below ~1k tokens the protocol cannot bootstrap — the model can't even fit its own notes back in.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L=2048 reaches 75% of native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23760" y="3794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vs 33% native. Most of the capability survives a 16× context cut.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task-specific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23760" y="5120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tasks solve at every L ≥ 1024. One task is native-only. Most tasks don't solve at any L — gpt-4o ceiling.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invents when L is small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the prompt did NOT specify, observed in solving trajectories at L ≤ 2048: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109728" cy="109728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7335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 as inline notes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notes.md as instructed, the model prefixes commands with # comments. Bash ignores them — but they appear TWICE in history.txt (as input + as echo), surviving truncation more robustly than a separate file.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109728" cy="109728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1635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Prose as scratch memory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13639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'hypothesis turns' (typically T3), the model writes 2-3 sentences of diagnosis. That prose primes its own next several turns — visible output doing double-duty as both reasoning and persistent state.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86200"/>
            <a:ext cx="109728" cy="109728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5935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 → python3 fallback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27939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solving trajectory tries sed first, fails on escaped characters, then falls back to python3 - &lt;&lt;PY for the real edit. Across 3 L values and 3 tasks. The model learned this tool preference on the fly.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6858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029200"/>
            <a:ext cx="109728" cy="109728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10235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Self-compression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42239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length DECREASES as L decreases. At L=1024 the model writes ~68 tokens/turn; at L=∞ it writes ~92. The constraint is a productivity feature, not just a memory limit.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251960" cy="4572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real T2 response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3524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(L=1024, dj-11099, solved)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3524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```bash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265176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relevant classes are located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repo/django/contrib/auth/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validators.py. Let's inspect this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to identify where the regex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needs to be updated.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 -n '1,40p'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repo/django/contrib/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auth/validators.py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5166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5486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comment lines carry the model's working memory across the turn boundary. Free storage.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51560"/>
          </a:xfrm>
          <a:prstGeom prst="rect">
            <a:avLst/>
          </a:prstGeom>
          <a:solidFill>
            <a:srgbClr val="172A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105156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 what to keep is the hard problem.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Attention-score, hash, and learned-saliency methods compress the cache by guessing what mattered. Goldfish externalizes the decision: the model writes what it wants to remember.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1247120" cy="1051560"/>
          </a:xfrm>
          <a:prstGeom prst="rect">
            <a:avLst/>
          </a:prstGeom>
          <a:solidFill>
            <a:srgbClr val="172A3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743200"/>
            <a:ext cx="109728" cy="105156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4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native-context capability survives 16× compression.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21868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L=2048 ≈ 75% of L=∞ solve rate, with a per-turn KV footprint ~15× smaller. The protocol is doing real work.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247120" cy="1051560"/>
          </a:xfrm>
          <a:prstGeom prst="rect">
            <a:avLst/>
          </a:prstGeom>
          <a:solidFill>
            <a:srgbClr val="17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931920"/>
            <a:ext cx="109728" cy="105156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a floor.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4074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~1k tokens the protocol cannot bootstrap; the act of reading your own notes consumes the window.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1051560"/>
          </a:xfrm>
          <a:prstGeom prst="rect">
            <a:avLst/>
          </a:prstGeom>
          <a:solidFill>
            <a:srgbClr val="172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5120640"/>
            <a:ext cx="109728" cy="105156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12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models are wrong for this regime.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59612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CoT competes with visible output. gpt-5 + L=128 emits zero visible tokens. Non-reasoning models cooperate; reasoning models do not.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FB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github.com/RSamavedam/goldfish-models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Goldfish Models</dc:title>
  <dc:subject>PptxGenJS Presentation</dc:subject>
  <dc:creator>Raghav Samavedam</dc:creator>
  <cp:lastModifiedBy>Raghav Samavedam</cp:lastModifiedBy>
  <cp:revision>1</cp:revision>
  <dcterms:created xsi:type="dcterms:W3CDTF">2026-06-05T06:01:35Z</dcterms:created>
  <dcterms:modified xsi:type="dcterms:W3CDTF">2026-06-05T06:01:35Z</dcterms:modified>
</cp:coreProperties>
</file>